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Class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兴趣班智慧管理平台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连接培训机构与家长的综合性一站式服务平台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让素质教育更简单 · 让家校沟通更高效 · 让成长轨迹可追溯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行业痛点：三方困局亟待破解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👨‍👩‍👧 家长之痛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信息碎片化：培训机构众多，查找课程信息困难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决策成本高：不了解机构真实情况，难以做出选择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预约体验差：预约试听流程繁琐，沟通成本高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进度不透明：无法实时掌握孩子学习进度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1440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🏫 机构之痛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运营成本高：人工管理课程、教师、教室效率低下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获客难度大：缺乏精准获客渠道，营销成本居高不下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管理工具缺：排课冲突频发，资源调度混乱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口碑难建立：缺乏有效的评价展示和口碑传播机制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51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👨‍🏫 教师之痛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排课混乱：课程安排不透明，时间冲突频发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考勤繁琐：学员签到统计耗时耗力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沟通低效：与家长沟通缺乏统一渠道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我们的解决方案：一站式智慧管理平台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产品定位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Interest Class —— 专为3-12岁儿童兴趣培训行业打造的综合性管理平台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核心价值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解决方案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价值体现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信息聚合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课程/机构集中展示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家长一站式选课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智能管理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课程/教师/教室/排课一体化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机构运营效率提升80%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精准匹配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基于LBS的位置搜索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就近选择，节省时间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信任构建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评价体系+荣誉展示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真实口碑驱动转化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裂变增长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邀友返现营销系统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低成本获客，社交裂变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平台角色覆盖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👨‍👩‍👧 家长端  ·  🏫 机构端  ·  👨‍🏫 教师端  ·  🛡️ 平台管理端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①：机构管理与入驻体系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机构入驻流程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提交资料  →  平台审核  →  签约入驻  →  发布课程  →  开始运营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功能亮点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资质认证：营业执照+法人身份证审核，确保机构合规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信息展示：Logo、简介、联系方式、经营类目完整呈现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荣誉时刻：上传荣誉证书，增强家长信任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精彩瞬间：教学环境、学员作品、活动照片展示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教师团队：师资力量可视化，打造专业形象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931920" cy="22860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📍 位置服务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基于PostgreSQL PostGIS的地理位置服务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支持5-20km半径搜索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按距离排序展示附近机构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省市区三级联动筛选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②：课程管理与SKU体系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课程发布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多规格SKU管理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支持多课时包规格（如10课时/20课时/40课时）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独立定价与库存管理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适龄范围设置（3-12岁精准定位）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课程类型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365760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特点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🎯 试听课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免费/低价体验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支付自动确认，无需机构审核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📚 正式课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常规付费课程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机构确认后生效，支持退款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914400"/>
            <a:ext cx="3931920" cy="16459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智能搜索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三级分类筛选（艺术/体育/科技/语言/文化）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多维度排序：距离/价格/销量/评分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关键词搜索，精准匹配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课程展示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3291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📷 轮播图展示（最多9张）· 🏷️ 标签体系 · ⭐ 评分评价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③：智能预约与排课系统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排课管理（机构端）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选择课程 → 分配教师 → 指定教室 → 设置时段 → 发布排课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智能冲突检测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教师时间冲突自动提醒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教室占用冲突实时检测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最大学生数限制控制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预约流程（家长端）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浏览课程 → 选择时段 → 填写宝贝信息 → 提交预约 → 等待确认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📅 亮点功能：24小时灵活改约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支持修改预约时段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24小时以上：直接修改，即时生效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24小时以内：提交申请，机构审核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可视化工时日历，一键改约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预约状态跟踪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待确认 → 已确认 → 已完成 / 已取消 / 已拒绝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④：订单管理与上课签到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订单流程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下单 → 支付（微信/线下）→ 机构确认 → 上课签到 → 完成评价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0" cy="14630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支付方式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801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方式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特点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微信支付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线上购买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一键支付，自动确认（试听课）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线下支付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到店付款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机构确认收款后生效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1737360"/>
            <a:ext cx="3931920" cy="14630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退款保障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2194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未上课全额退款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已上课按比例退款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48小时审核机制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📍 钉钉风格签到系统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圆形签到按钮，一键打卡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显示上课进度：已上 X 课 / 共 Y 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支持历史补卡（需填写原因）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课前24小时内可签到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⑤：课表管理与宝贝档案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智能课表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三大视图模式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📅 月视图：日历展示，课程日期圆点标记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📆 周视图：七天卡片，课程数量一目了然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📋 日视图：时间轴展示，课程时段精准定位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功能亮点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多宝贝切换查看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全部孩子综合课表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快速返回今天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点击课程直达预约详情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914400"/>
            <a:ext cx="3017520" cy="38404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👶 宝贝管理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专属成长档案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17373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支持添加最多10个宝贝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头像/姓名/性别/年龄/兴趣标签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预约课程时快速选择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课表与宝贝自动关联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核心营销：邀友让利返现系统 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邀请好友，双方受益 —— 社交裂变驱动增长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邀请人生成邀请码 → 新用户用码立减 → 邀请人按完课进度返现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926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核心规则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365760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要素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通用邀请码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微信登录即生成，全平台通用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返现比例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机构设置3%-15%（默认10%）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让利比例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邀请人设置0%-100%（默认50%）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解锁机制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按完课进度解锁，100%完课解锁全额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1828800"/>
            <a:ext cx="3931920" cy="29260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三方收益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37760" y="23774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🙋 邀请人：好友完课解锁返现，可提现或抵扣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🆕 新用户：输入邀请码立减学费（最高全额返现）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🏫 机构：低成本获客，社交裂变传播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邀友返现实战案例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案例场景：机构A - 少儿美术基础课，原价2000元，返现比例10%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非获客用户邀请案例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用户甲（未报任何课程）邀请新用户丙报名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计算过程：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返现总额 = 2000 × 10% = 200元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用户甲设置让利50%，新用户立减 = 200 × 50% = 100元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新用户丙实付 = 2000 - 100 = 1900元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用户甲实际返现 = 200 - 100 = 100元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4114800" cy="9144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解锁过程：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完课50%→解锁50元 | 完课100%→解锁剩余50元 | 累计可提现100元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3931920" cy="9144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核心价值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零门槛参与 | 真实完课保障 | 微信零钱提现（满50元）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技术架构：稳定可靠的技术底座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20116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后端架构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NestJS + TypeScript + PostgreSQL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API Gateway (Nginx)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NestJS 微服务架构 (Node.js)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认证服务 | 课程服务 | 订单服务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PostgreSQL + PostGIS + Redis + OSS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前端架构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Vue 3 + TypeScript + UniApp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一套代码，多端运行（小程序+H5）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组件化开发，高复用性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TypeScript强类型保障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核心技术亮点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7863840" cy="1005840"/>
        </p:xfrm>
        <a:graphic>
          <a:graphicData uri="http://schemas.openxmlformats.org/drawingml/2006/table">
            <a:tbl>
              <a:tblPr/>
              <a:tblGrid>
                <a:gridCol w="1828800"/>
                <a:gridCol w="60350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应用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PostGIS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地理位置搜索，附近机构精准推荐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微信支付V3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安全便捷的支付体验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JWT认证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多角色权限控制（RBAC）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微信小程序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无需下载，即用即走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商业模式：多方共赢的生态系统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Interest Class 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交易佣金(主要收入)  |  增值服务(机构工具)  |  广告推广(精准投放)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114800" cy="25603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收入来源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3657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交易佣金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课程成交金额按比例抽成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增值服务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高级管理工具、数据分析报告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广告推广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Banner展示、精准推荐位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支付通道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支付手续费分成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成本结构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技术研发：40%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市场推广：30%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运营服务：20%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其他：10%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市场前景：万亿级素质教育赛道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8288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市场规模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2024年素质教育市场规模突破 5000亿元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年复合增长率 15%+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3-12岁儿童兴趣培训渗透率持续提升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目标市场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63040"/>
          <a:ext cx="3566160" cy="118872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数据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目标用户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25-45岁家长，3-12岁儿童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目标机构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艺术、体育、科技、语言类培训机构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首期覆盖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一二线城市，逐步下沉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26080"/>
            <a:ext cx="4114800" cy="18288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竞争优势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差异化定位：专注素质教育垂直领域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全流程覆盖：从获客到上课到评价完整闭环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社交裂变：邀友返现降低获客成本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技术领先：现代化架构，高并发支持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3931920" cy="18288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926080"/>
            <a:ext cx="39319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发展规划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34747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2026 Q1-Q2：产品完善，区域试点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2026 Q3-Q4：市场推广，规模扩张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2027：全国覆盖，生态拓展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合作联系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我们寻找的合作伙伴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🏫 培训机构：希望提升运营效率、降低获客成本的素质教育机构  |  💼 渠道代理：有教育机构资源的城市合伙人  |  💰 投资方：关注素质教育赛道的投资者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联系方式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📧 商务合作：business@interestclass.com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📱 客服热线：400-XXX-XXXX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🌐 官方网站：www.interestclass.com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📍 公司地址：[待填写]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2743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关注我们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微信公众号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InterestClass平台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抖音号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@兴趣班管家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让素质教育更简单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Class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连接每一个成长的可能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期待与您携手，共创素质教育美好未来！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Class 兴趣班管理平台宣讲PPT</dc:title>
  <dc:subject>PptxGenJS Presentation</dc:subject>
  <dc:creator>Interest Class</dc:creator>
  <cp:lastModifiedBy>Interest Class</cp:lastModifiedBy>
  <cp:revision>1</cp:revision>
  <dcterms:created xsi:type="dcterms:W3CDTF">2026-03-21T12:58:24Z</dcterms:created>
  <dcterms:modified xsi:type="dcterms:W3CDTF">2026-03-21T12:58:24Z</dcterms:modified>
</cp:coreProperties>
</file>