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A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8BC3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C8E6C9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稚小苗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兴趣教育智慧管理平台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让兴趣教育更简单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一个小程序，连接家长、机构与教师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稚小苗是什么？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一句话介绍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专为3-12岁儿童兴趣培训行业打造的轻量化管理平台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连接三方，简化教务，让兴趣教育触手可及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覆盖角色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家长端 · 机构端 · 教师端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0" y="914400"/>
            <a:ext cx="3383280" cy="3657600"/>
          </a:xfrm>
          <a:prstGeom prst="rect">
            <a:avLst/>
          </a:prstGeom>
          <a:solidFill>
            <a:srgbClr val="9E9E9E">
              <a:alpha val="7000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103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产品主界面截图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365760"/>
          </a:xfrm>
          <a:prstGeom prst="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家长视角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家长之痛：选课难、跟进难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信息碎片化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培训机构众多，查找课程信息费时费力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决策成本高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不了解机构真实情况，难以做出选择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预约体验差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预约试听流程繁琐，沟通成本高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进度不透明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无法实时掌握孩子学习进度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9E9E9E">
              <a:alpha val="7000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365760"/>
          </a:xfrm>
          <a:prstGeom prst="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家长视角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稚小苗为家长提供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09728" cy="109728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一站式选课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附近机构、课程信息一目了然，智能推荐适合的课程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09728" cy="109728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14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便捷预约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手机一键预约试听，在线支付，无需排队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109728" cy="109728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学习跟进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实时查看课表、上课记录、学习进度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109728" cy="109728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评价反馈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课后评价、分享体验，帮助其他家长决策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solidFill>
            <a:srgbClr val="9E9E9E">
              <a:alpha val="7000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365760"/>
          </a:xfrm>
          <a:prstGeom prst="rect">
            <a:avLst>
              <a:gd name="adj" fmla="val 125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家长视角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家长端核心功能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2880" cy="45720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智能选课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167128"/>
            <a:ext cx="73152" cy="7315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按位置、类型、价格筛选课程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532888"/>
            <a:ext cx="73152" cy="7315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查看机构详情、评价、师资力量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898648"/>
            <a:ext cx="73152" cy="7315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试听课程一键预约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82880" cy="45720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37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课表管理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3950208"/>
            <a:ext cx="73152" cy="7315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月/周/日三种视图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315968"/>
            <a:ext cx="73152" cy="7315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多宝贝课表切换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681728"/>
            <a:ext cx="73152" cy="7315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上课提醒推送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120640"/>
            <a:ext cx="182880" cy="45720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在线支付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4360" y="5733288"/>
            <a:ext cx="73152" cy="7315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623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微信支付一键完成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6099048"/>
            <a:ext cx="73152" cy="7315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订单记录随时查看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6464808"/>
            <a:ext cx="73152" cy="7315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退款申请便捷处理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1828800"/>
            <a:ext cx="2743200" cy="2743200"/>
          </a:xfrm>
          <a:prstGeom prst="rect">
            <a:avLst/>
          </a:prstGeom>
          <a:solidFill>
            <a:srgbClr val="9E9E9E">
              <a:alpha val="7000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365760"/>
          </a:xfrm>
          <a:prstGeom prst="rect">
            <a:avLst>
              <a:gd name="adj" fmla="val 12500"/>
            </a:avLst>
          </a:prstGeom>
          <a:solidFill>
            <a:srgbClr val="8BC3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机构视角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机构之痛：管理难、获客难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09728" cy="109728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运营成本高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人工管理课程、教师、教室效率低下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09728" cy="109728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获客难度大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缺乏精准获客渠道，营销成本居高不下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09728" cy="109728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管理工具缺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排课冲突频发，资源调度混乱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109728" cy="109728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口碑难建立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缺乏有效的评价展示和口碑传播机制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9E9E9E">
              <a:alpha val="7000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365760"/>
          </a:xfrm>
          <a:prstGeom prst="rect">
            <a:avLst>
              <a:gd name="adj" fmla="val 12500"/>
            </a:avLst>
          </a:prstGeom>
          <a:solidFill>
            <a:srgbClr val="8BC3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机构视角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稚小苗为机构提供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教务管理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课程发布、排课调度、教室管理，一站式完成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14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学员信息、订单记录、上课统计，清晰明了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营销获客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邀友返现系统，低成本社交裂变获客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经营数据可视化，助力决策优化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solidFill>
            <a:srgbClr val="9E9E9E">
              <a:alpha val="7000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365760"/>
          </a:xfrm>
          <a:prstGeom prst="rect">
            <a:avLst>
              <a:gd name="adj" fmla="val 12500"/>
            </a:avLst>
          </a:prstGeom>
          <a:solidFill>
            <a:srgbClr val="8BC3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机构视角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机构端核心功能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288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课程管理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167128"/>
            <a:ext cx="73152" cy="73152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多规格SKU设置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532888"/>
            <a:ext cx="73152" cy="73152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试听课/正式课区分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898648"/>
            <a:ext cx="73152" cy="73152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库存与价格管理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8288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37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智能排课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3950208"/>
            <a:ext cx="73152" cy="73152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可视化排课日历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315968"/>
            <a:ext cx="73152" cy="73152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冲突自动检测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681728"/>
            <a:ext cx="73152" cy="73152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教师/教室资源调度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120640"/>
            <a:ext cx="18288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订单管理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4360" y="5733288"/>
            <a:ext cx="73152" cy="73152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623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在线订单处理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6099048"/>
            <a:ext cx="73152" cy="73152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退款申请审核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6464808"/>
            <a:ext cx="73152" cy="73152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财务对账统计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1828800"/>
            <a:ext cx="2743200" cy="2743200"/>
          </a:xfrm>
          <a:prstGeom prst="rect">
            <a:avLst/>
          </a:prstGeom>
          <a:solidFill>
            <a:srgbClr val="9E9E9E">
              <a:alpha val="7000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365760"/>
          </a:xfrm>
          <a:prstGeom prst="rect">
            <a:avLst>
              <a:gd name="adj" fmla="val 12500"/>
            </a:avLst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教师视角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教师之痛：排课乱、沟通难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排课混乱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课程安排不透明，时间冲突频发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考勤繁琐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学员签到统计耗时耗力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沟通低效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与家长沟通缺乏统一渠道，信息分散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收入不明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课时费统计不清，结算周期长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9E9E9E">
              <a:alpha val="7000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365760"/>
          </a:xfrm>
          <a:prstGeom prst="rect">
            <a:avLst>
              <a:gd name="adj" fmla="val 12500"/>
            </a:avLst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教师视角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稚小苗为教师提供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个人课表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实时查看授课安排，提前知晓课程信息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14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一键签到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手机端快速完成学员签到，自动统计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查看学员信息、学习进度、历史记录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收入透明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课时费实时统计，结算记录清晰可查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solidFill>
            <a:srgbClr val="9E9E9E">
              <a:alpha val="7000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365760"/>
          </a:xfrm>
          <a:prstGeom prst="rect">
            <a:avLst>
              <a:gd name="adj" fmla="val 12500"/>
            </a:avLst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教师视角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教师端核心功能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288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课表查看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167128"/>
            <a:ext cx="73152" cy="7315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日/周视图切换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532888"/>
            <a:ext cx="73152" cy="7315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课程详情预览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898648"/>
            <a:ext cx="73152" cy="7315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上课提醒通知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8288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37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签到管理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3950208"/>
            <a:ext cx="73152" cy="7315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一键批量签到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315968"/>
            <a:ext cx="73152" cy="7315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补卡申请处理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681728"/>
            <a:ext cx="73152" cy="7315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出勤统计报表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120640"/>
            <a:ext cx="18288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学员互动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4360" y="5733288"/>
            <a:ext cx="73152" cy="7315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623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学员信息查看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6099048"/>
            <a:ext cx="73152" cy="7315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学习评价记录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6464808"/>
            <a:ext cx="73152" cy="7315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家长沟通留言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1828800"/>
            <a:ext cx="2743200" cy="2743200"/>
          </a:xfrm>
          <a:prstGeom prst="rect">
            <a:avLst/>
          </a:prstGeom>
          <a:solidFill>
            <a:srgbClr val="9E9E9E">
              <a:alpha val="7000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为什么选择稚小苗？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0" y="1280160"/>
            <a:ext cx="3657600" cy="1828800"/>
          </a:xfrm>
          <a:prstGeom prst="rect">
            <a:avLst/>
          </a:prstGeom>
          <a:solidFill>
            <a:srgbClr val="9E9E9E">
              <a:alpha val="7000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三端界面拼图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91840"/>
            <a:ext cx="73152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一站式解决方案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一个平台，覆盖兴趣培训全场景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329184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3291840"/>
            <a:ext cx="73152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极致便捷体验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无需电脑，手机小程序搞定一切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480560"/>
            <a:ext cx="73152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17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低成本获客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邀友返现，社交裂变，零成本获客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448056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4480560"/>
            <a:ext cx="73152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4617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快速上线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极简入驻，3分钟完成日常教务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邀友让利返现系统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模式介绍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邀请好友，双方受益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8288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核心规则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73152" cy="73152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通用邀请码，全平台通用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73152" cy="73152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返现比例机构可设置（3%-15%）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73152" cy="73152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按完课进度解锁返现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18288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案例演示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原价2000元课程，邀请人可获100元返现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0" y="1371600"/>
            <a:ext cx="3383280" cy="3474720"/>
          </a:xfrm>
          <a:prstGeom prst="rect">
            <a:avLst/>
          </a:prstGeom>
          <a:solidFill>
            <a:srgbClr val="9E9E9E">
              <a:alpha val="7000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743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邀友返现流程图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合作联系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" cy="45720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我们寻找的合作伙伴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培训机构、渠道代理、投资方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82880" cy="45720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联系方式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73152" cy="7315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商务合作：business@zhixiaomiao.com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73152" cy="7315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客服热线：400-XXX-XXXX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73152" cy="7315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官方网站：www.zhixiaomiao.com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82880" cy="45720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关注我们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微信公众号：稚小苗平台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1645920"/>
            <a:ext cx="2286000" cy="2743200"/>
          </a:xfrm>
          <a:prstGeom prst="rect">
            <a:avLst/>
          </a:prstGeom>
          <a:solidFill>
            <a:srgbClr val="9E9E9E">
              <a:alpha val="7000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[截图占位]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公众号二维码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CA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8BC3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C8E6C9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让兴趣教育更简单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2011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稚小苗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连接家长、机构与教师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期待与您携手，共创素质教育美好未来！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稚小苗 - 兴趣教育智慧管理平台</dc:title>
  <dc:subject>PptxGenJS Presentation</dc:subject>
  <dc:creator>稚小苗</dc:creator>
  <cp:lastModifiedBy>稚小苗</cp:lastModifiedBy>
  <cp:revision>1</cp:revision>
  <dcterms:created xsi:type="dcterms:W3CDTF">2026-03-21T14:26:33Z</dcterms:created>
  <dcterms:modified xsi:type="dcterms:W3CDTF">2026-03-21T14:26:33Z</dcterms:modified>
</cp:coreProperties>
</file>