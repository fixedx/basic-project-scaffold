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成本结构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AF50"/>
              </a:solidFill>
              <a:effectLst/>
            </c:spPr>
          </c:dPt>
          <c:dPt>
            <c:idx val="1"/>
            <c:bubble3D val="0"/>
            <c:spPr>
              <a:solidFill>
                <a:srgbClr val="8BC34A"/>
              </a:solidFill>
              <a:effectLst/>
            </c:spPr>
          </c:dPt>
          <c:dPt>
            <c:idx val="2"/>
            <c:bubble3D val="0"/>
            <c:spPr>
              <a:solidFill>
                <a:srgbClr val="CDDC39"/>
              </a:solidFill>
              <a:effectLst/>
            </c:spPr>
          </c:dPt>
          <c:dPt>
            <c:idx val="3"/>
            <c:bubble3D val="0"/>
            <c:spPr>
              <a:solidFill>
                <a:srgbClr val="A5D6A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技术研发</c:v>
                </c:pt>
                <c:pt idx="1">
                  <c:v>市场推广</c:v>
                </c:pt>
                <c:pt idx="2">
                  <c:v>运营服务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7315200" cy="2011680"/>
          </a:xfrm>
          <a:prstGeom prst="rect">
            <a:avLst>
              <a:gd name="adj" fmla="val 4545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稚小苗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DDC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兴趣教育智慧管理平台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6400800" cy="914400"/>
          </a:xfrm>
          <a:prstGeom prst="roundRect">
            <a:avLst>
              <a:gd name="adj" fmla="val 20000"/>
            </a:avLst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一个小程序，轻松管理兴趣培训机构的全流程教务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89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让教务管理更简单 · 让家校沟通更高效 · 让机构运营更轻松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行业痛点：三方困局亟待破解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👨‍👩‍👧 家长之痛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信息碎片化：培训机构众多，查找课程信息困难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决策成本高：不了解机构真实情况，难以做出选择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预约体验差：预约试听流程繁琐，沟通成本高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进度不透明：无法实时掌握孩子学习进度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机构之痛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运营成本高：人工管理课程、教师、教室效率低下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获客难度大：缺乏精准获客渠道，营销成本居高不下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管理工具缺：排课冲突频发，资源调度混乱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口碑难建立：缺乏有效的评价展示和口碑传播机制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👨‍🏫 教师之痛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排课混乱：课程安排不透明，时间冲突频发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考勤繁琐：学员签到统计耗时耗力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沟通低效：与家长沟通缺乏统一渠道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我们的解决方案：一个小程序搞定一切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稚小苗 —— 专为3-12岁儿童兴趣培训行业打造的轻量化管理平台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价值体现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小程序端完成所有教务操作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随时随地，手机搞定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智能高效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课程/教师/教室/排课一体化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运营效率提升80%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精准匹配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基于位置的智能推荐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就近选择，节省时间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信任构建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评价体系+荣誉展示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真实口碑驱动转化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裂变增长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邀友返现营销系统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低成本获客，社交裂变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63440"/>
            <a:ext cx="8229600" cy="457200"/>
          </a:xfrm>
          <a:prstGeom prst="rect">
            <a:avLst>
              <a:gd name="adj" fmla="val 20000"/>
            </a:avLst>
          </a:prstGeom>
          <a:solidFill>
            <a:srgbClr val="CDDC39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👨‍👩‍👧 家长端 · 🏫 机构端 · 👨‍🏫 教师端 · 🛡️ 平台管理端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核心优势：一个手机，管理全流程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一部手机搞定所有教务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89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无需电脑，无需安装多个APP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稚小苗方式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电脑+Excel表格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手机小程序一键操作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排课调度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纸质日历+人工协调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智能冲突检测，自动提醒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学员签到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纸质签到表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手机扫码/一键签到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家长沟通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微信群消息轰炸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平台内消息，有序管理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财务对账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手工记账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自动统计，实时查看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3分钟完成日常教务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发布课程：1分钟填写，即时上线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排课操作：可视化日历，拖拽完成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签到统计：一键生成报表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随时随地处理事务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54880" y="4389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机构负责人：地铁上也能排课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教师：课前手机查看课表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家长：躺在床上就能预约课程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①：机构入驻与展示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入驻流程简化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457200"/>
          </a:xfrm>
          <a:prstGeom prst="rect">
            <a:avLst>
              <a:gd name="adj" fmla="val 20000"/>
            </a:avLst>
          </a:prstGeom>
          <a:solidFill>
            <a:srgbClr val="8BC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提交资料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286000" cy="457200"/>
          </a:xfrm>
          <a:prstGeom prst="rect">
            <a:avLst>
              <a:gd name="adj" fmla="val 20000"/>
            </a:avLst>
          </a:prstGeom>
          <a:solidFill>
            <a:srgbClr val="8BC34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快速审核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2286000" cy="457200"/>
          </a:xfrm>
          <a:prstGeom prst="rect">
            <a:avLst>
              <a:gd name="adj" fmla="val 20000"/>
            </a:avLst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即刻开业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功能亮点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资质认证：营业执照+法人身份证审核，确保机构合规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信息展示：Logo、简介、联系方式、经营类目完整呈现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荣誉时刻：上传荣誉证书，增强家长信任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精彩瞬间：教学环境、学员作品、活动照片展示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教师团队：师资力量可视化，打造专业形象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103120"/>
            <a:ext cx="3017520" cy="2743200"/>
          </a:xfrm>
          <a:prstGeom prst="rect">
            <a:avLst>
              <a:gd name="adj" fmla="val 3333"/>
            </a:avLst>
          </a:prstGeom>
          <a:solidFill>
            <a:srgbClr val="8B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智能位置推荐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5216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支持5-20km半径搜索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按距离排序展示附近机构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省市区三级联动筛选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②：课程管理与智能预约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课程发布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多规格SKU管理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支持多课时包规格（如10课时/20课时/40课时）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独立定价与库存管理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适龄范围设置（3-12岁精准定位）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118872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🎯 试听课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免费/低价体验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支付自动确认，无需机构审核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📚 正式课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常规付费课程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机构确认后生效，支持退款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智能预约系统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8BC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家长端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浏览课程 → 选择时段 → 一键预约 → 等待确认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3108960"/>
            <a:ext cx="393192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机构端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可视化排课日历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智能冲突检测（教师/教室/时间）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24小时灵活改约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③：订单管理与智能签到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463040" cy="411480"/>
          </a:xfrm>
          <a:prstGeom prst="rect">
            <a:avLst>
              <a:gd name="adj" fmla="val 22222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463040" cy="411480"/>
          </a:xfrm>
          <a:prstGeom prst="rect">
            <a:avLst>
              <a:gd name="adj" fmla="val 22222"/>
            </a:avLst>
          </a:prstGeom>
          <a:solidFill>
            <a:srgbClr val="8BC34A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371600"/>
            <a:ext cx="1463040" cy="411480"/>
          </a:xfrm>
          <a:prstGeom prst="rect">
            <a:avLst>
              <a:gd name="adj" fmla="val 22222"/>
            </a:avLst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机构确认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371600"/>
            <a:ext cx="1463040" cy="411480"/>
          </a:xfrm>
          <a:prstGeom prst="rect">
            <a:avLst>
              <a:gd name="adj" fmla="val 22222"/>
            </a:avLst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上课签到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371600"/>
            <a:ext cx="1463040" cy="411480"/>
          </a:xfrm>
          <a:prstGeom prst="rect">
            <a:avLst>
              <a:gd name="adj" fmla="val 22222"/>
            </a:avLst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完成评价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4572000" cy="11887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8288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💳 微信支付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线上购买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一键支付，自动确认（试听课）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💵 线下支付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到店付款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机构确认收款后生效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303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手机签到系统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303520" y="237744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圆形签到按钮，一键打卡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显示上课进度：已上 X 课 / 共 Y 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支持历史补卡（需填写原因）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课前24小时内可签到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840480"/>
            <a:ext cx="8229600" cy="914400"/>
          </a:xfrm>
          <a:prstGeom prst="rect">
            <a:avLst>
              <a:gd name="adj" fmla="val 10000"/>
            </a:avLst>
          </a:prstGeom>
          <a:solidFill>
            <a:srgbClr val="CDDC39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退款保障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未上课全额退款  |  已上课按比例退款  |  48小时审核机制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④：智能课表与成长档案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智能课表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三大视图模式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📅 月视图：日历展示，课程日期圆点标记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📆 周视图：七天卡片，课程数量一目了然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📋 日视图：时间轴展示，课程时段精准定位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功能亮点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多宝贝切换查看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全部孩子综合课表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快速返回今天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点击课程直达预约详情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00400"/>
          </a:xfrm>
          <a:prstGeom prst="rect">
            <a:avLst>
              <a:gd name="adj" fmla="val 2857"/>
            </a:avLst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👶 宝贝管理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专属成长档案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支持添加最多10个宝贝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头像/姓名/性别/年龄/兴趣标签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预约课程时快速选择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课表与宝贝自动关联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核心营销：邀友让利返现系统 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营销模式概览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CDDC3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"邀请好友，双方受益" —— 社交裂变驱动增长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邀请人生成邀请码 → 新用户用码立减 → 邀请人按完课进度返现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4114800" cy="164592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🎫 通用邀请码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微信登录即生成，全平台通用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💰 返现比例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机构设置3%-15%（默认10%）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💸 让利比例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邀请人设置0%-100%（默认50%）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🔓 解锁机制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按完课进度解锁，100%完课解锁全额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84632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三方收益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846320" y="2834640"/>
            <a:ext cx="3840480" cy="548640"/>
          </a:xfrm>
          <a:prstGeom prst="rect">
            <a:avLst>
              <a:gd name="adj" fmla="val 8333"/>
            </a:avLst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邀请人：好友完课解锁返现，可提现或抵扣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3474720"/>
            <a:ext cx="3840480" cy="548640"/>
          </a:xfrm>
          <a:prstGeom prst="rect">
            <a:avLst>
              <a:gd name="adj" fmla="val 8333"/>
            </a:avLst>
          </a:prstGeom>
          <a:solidFill>
            <a:srgbClr val="8BC34A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🆕 新用户：输入邀请码立减学费（最高全额返现）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4114800"/>
            <a:ext cx="3840480" cy="548640"/>
          </a:xfrm>
          <a:prstGeom prst="rect">
            <a:avLst>
              <a:gd name="adj" fmla="val 8333"/>
            </a:avLst>
          </a:prstGeom>
          <a:solidFill>
            <a:srgbClr val="CDDC39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机构：低成本获客，社交裂变传播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邀友返现实战案例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案例场景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机构A：少儿美术基础课，原价2000元，返现比例10%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非获客用户邀请案例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89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用户甲（未报任何课程）邀请新用户丙报名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计算过程：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返现总额 = 2000 × 10% = 200元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用户甲设置让利50%，新用户立减 = 200 × 50% = 100元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新用户丙实付 = 2000 - 100 = 1900元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用户甲实际返现 = 200 - 100 = 100元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解锁过程：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3108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完课50% → 解锁50元（达到50元提现门槛）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完课100% → 解锁剩余50元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累计可提现 100元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8229600" cy="457200"/>
          </a:xfrm>
          <a:prstGeom prst="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零门槛参与  |  ✅ 真实完课保障  |  ✅ 微信零钱提现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为什么选择稚小苗？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828800"/>
          </a:xfrm>
          <a:prstGeom prst="rect">
            <a:avLst>
              <a:gd name="adj" fmla="val 5000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一站式解决方案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一个平台，覆盖兴趣培训全场景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机构入驻 · 课程管理 · 智能排课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在线预约 · 订单管理 · 签到统计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评价系统 · 营销推广 · 数据分析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114800" cy="1828800"/>
          </a:xfrm>
          <a:prstGeom prst="rect">
            <a:avLst>
              <a:gd name="adj" fmla="val 5000"/>
            </a:avLst>
          </a:prstGeom>
          <a:solidFill>
            <a:srgbClr val="8BC3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极致便捷体验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无需电脑，手机搞定一切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机构负责人：随时随地管理教务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教师：课前查看课表，课后一键签到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家长：躺在床上就能预约课程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114800" cy="1828800"/>
          </a:xfrm>
          <a:prstGeom prst="rect">
            <a:avLst>
              <a:gd name="adj" fmla="val 5000"/>
            </a:avLst>
          </a:prstGeom>
          <a:solidFill>
            <a:srgbClr val="CDDC3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低成本获客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邀友返现，社交裂变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零成本获客渠道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真实完课保障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三方共赢模式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4114800" cy="1828800"/>
          </a:xfrm>
          <a:prstGeom prst="rect">
            <a:avLst>
              <a:gd name="adj" fmla="val 5000"/>
            </a:avLst>
          </a:prstGeom>
          <a:solidFill>
            <a:srgbClr val="81C78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快速上线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6118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极简入驻流程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提交资料 → 快速审核 → 即刻开业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3分钟完成日常教务操作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无需培训，上手即用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商业模式：多方共赢的生态系统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盈利模式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交易佣金：课程成交金额按比例抽成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57200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增值服务：高级管理工具、数据分析报告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广告推广：Banner展示、精准推荐位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0" cy="457200"/>
          </a:xfrm>
          <a:prstGeom prst="rect">
            <a:avLst>
              <a:gd name="adj" fmla="val 10000"/>
            </a:avLst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💳 支付通道：支付手续费分成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</a:t>
            </a:r>
            <a:endParaRPr lang="en-US" sz="2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303520" y="137160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市场前景：万亿级素质教育赛道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371600"/>
          </a:xfrm>
          <a:prstGeom prst="rect">
            <a:avLst>
              <a:gd name="adj" fmla="val 6667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素质教育市场持续增长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2024年素质教育市场规模突破 5000亿元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年复合增长率 15%+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3-12岁儿童兴趣培训渗透率持续提升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目标市场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36576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3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👨‍👩‍👧 目标用户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25-45岁家长，3-12岁儿童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🏫 目标机构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艺术、体育、科技、语言类培训机构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📍 首期覆盖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69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一二线城市，逐步下沉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D6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竞争优势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差异化定位：专注素质教育垂直领域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全流程覆盖：从获客到上课到评价完整闭环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极致便捷：一个小程序搞定所有教务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社交裂变：邀友返现降低获客成本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合作联系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我们寻找的合作伙伴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188720"/>
          </a:xfrm>
          <a:prstGeom prst="rect">
            <a:avLst>
              <a:gd name="adj" fmla="val 7692"/>
            </a:avLst>
          </a:prstGeom>
          <a:solidFill>
            <a:srgbClr val="8BC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培训机构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希望提升运营效率、降低获客成本的素质教育机构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188720"/>
          </a:xfrm>
          <a:prstGeom prst="rect">
            <a:avLst>
              <a:gd name="adj" fmla="val 7692"/>
            </a:avLst>
          </a:prstGeom>
          <a:solidFill>
            <a:srgbClr val="8BC34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💼 渠道代理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有教育机构资源的城市合伙人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1188720"/>
          </a:xfrm>
          <a:prstGeom prst="rect">
            <a:avLst>
              <a:gd name="adj" fmla="val 7692"/>
            </a:avLst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投资方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关注素质教育赛道、认可平台价值的投资者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商务合作：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business@zhixiaomiao.com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客服热线：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400-XXX-XXXX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官方网站：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www.zhixiaomiao.com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公司地址：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[待填写]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365760"/>
          </a:xfrm>
          <a:prstGeom prst="rect">
            <a:avLst>
              <a:gd name="adj" fmla="val 25000"/>
            </a:avLst>
          </a:prstGeom>
          <a:solidFill>
            <a:srgbClr val="CDDC3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微信公众号：稚小苗平台  |  抖音号：@稚小苗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8229600" cy="1371600"/>
          </a:xfrm>
          <a:prstGeom prst="rect">
            <a:avLst>
              <a:gd name="adj" fmla="val 6667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让兴趣教育更简单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稚小苗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6400800" cy="731520"/>
          </a:xfrm>
          <a:prstGeom prst="roundRect">
            <a:avLst>
              <a:gd name="adj" fmla="val 25000"/>
            </a:avLst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一个小程序，管理全流程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9F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期待与您携手，共创素质教育美好未来！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稚小苗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稚小苗 - 兴趣教育智慧管理平台</dc:title>
  <dc:subject>PptxGenJS Presentation</dc:subject>
  <dc:creator>稚小苗</dc:creator>
  <cp:lastModifiedBy>稚小苗</cp:lastModifiedBy>
  <cp:revision>1</cp:revision>
  <dcterms:created xsi:type="dcterms:W3CDTF">2026-03-21T13:33:49Z</dcterms:created>
  <dcterms:modified xsi:type="dcterms:W3CDTF">2026-03-21T13:33:49Z</dcterms:modified>
</cp:coreProperties>
</file>